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4"/>
  </p:sldMasterIdLst>
  <p:notesMasterIdLst>
    <p:notesMasterId r:id="rId7"/>
  </p:notesMasterIdLst>
  <p:sldIdLst>
    <p:sldId id="318" r:id="rId5"/>
    <p:sldId id="484" r:id="rId6"/>
  </p:sldIdLst>
  <p:sldSz cx="12192000" cy="6858000"/>
  <p:notesSz cx="7010400" cy="9296400"/>
  <p:defaultTextStyle/>
  <p:extLst>
    <p:ext uri="{521415D9-36F7-43E2-AB2F-B90AF26B5E84}">
      <p14:sectionLst xmlns:p14="http://schemas.microsoft.com/office/powerpoint/2010/main">
        <p14:section name="Default Section" id="{AD2B9C6A-D72F-4E20-A42C-86EEA6B19FD9}">
          <p14:sldIdLst>
            <p14:sldId id="318"/>
            <p14:sldId id="484"/>
          </p14:sldIdLst>
        </p14:section>
        <p14:section name="Last Slide" id="{8FEF0599-1512-DF41-9FE3-23D7BDD90CD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4F1CFB-F1AA-4541-9BCF-257FCD990C47}" v="3434" dt="2026-08-17T21:03:59.168"/>
    <p1510:client id="{B8966F5C-48B9-4707-2108-79073514911F}" v="2" dt="2026-08-17T17:08:44.3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18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y Wu" userId="0dafca2d80947f17" providerId="LiveId" clId="{9CFF74E3-B1C5-4465-86C1-AF20DD012273}"/>
    <pc:docChg chg="undo custSel addSld delSld modSld modSection">
      <pc:chgData name="Gary Wu" userId="0dafca2d80947f17" providerId="LiveId" clId="{9CFF74E3-B1C5-4465-86C1-AF20DD012273}" dt="2026-08-18T07:03:06.051" v="8" actId="47"/>
      <pc:docMkLst>
        <pc:docMk/>
      </pc:docMkLst>
      <pc:sldChg chg="modSp mod">
        <pc:chgData name="Gary Wu" userId="0dafca2d80947f17" providerId="LiveId" clId="{9CFF74E3-B1C5-4465-86C1-AF20DD012273}" dt="2026-08-18T07:02:50.562" v="1" actId="20577"/>
        <pc:sldMkLst>
          <pc:docMk/>
          <pc:sldMk cId="950557496" sldId="318"/>
        </pc:sldMkLst>
        <pc:spChg chg="mod">
          <ac:chgData name="Gary Wu" userId="0dafca2d80947f17" providerId="LiveId" clId="{9CFF74E3-B1C5-4465-86C1-AF20DD012273}" dt="2026-08-18T07:02:49.266" v="0" actId="20577"/>
          <ac:spMkLst>
            <pc:docMk/>
            <pc:sldMk cId="950557496" sldId="318"/>
            <ac:spMk id="2" creationId="{0570C9EB-D321-20FE-0257-5245D7681BDF}"/>
          </ac:spMkLst>
        </pc:spChg>
        <pc:spChg chg="mod">
          <ac:chgData name="Gary Wu" userId="0dafca2d80947f17" providerId="LiveId" clId="{9CFF74E3-B1C5-4465-86C1-AF20DD012273}" dt="2026-08-18T07:02:50.562" v="1" actId="20577"/>
          <ac:spMkLst>
            <pc:docMk/>
            <pc:sldMk cId="950557496" sldId="318"/>
            <ac:spMk id="3" creationId="{9ED49ADD-410A-67D9-77A7-9A0BE3989E5B}"/>
          </ac:spMkLst>
        </pc:spChg>
      </pc:sldChg>
      <pc:sldChg chg="add del">
        <pc:chgData name="Gary Wu" userId="0dafca2d80947f17" providerId="LiveId" clId="{9CFF74E3-B1C5-4465-86C1-AF20DD012273}" dt="2026-08-18T07:03:02.478" v="7" actId="47"/>
        <pc:sldMkLst>
          <pc:docMk/>
          <pc:sldMk cId="1336122559" sldId="484"/>
        </pc:sldMkLst>
      </pc:sldChg>
      <pc:sldChg chg="add del">
        <pc:chgData name="Gary Wu" userId="0dafca2d80947f17" providerId="LiveId" clId="{9CFF74E3-B1C5-4465-86C1-AF20DD012273}" dt="2026-08-18T07:03:06.051" v="8" actId="47"/>
        <pc:sldMkLst>
          <pc:docMk/>
          <pc:sldMk cId="3290769136" sldId="535"/>
        </pc:sldMkLst>
      </pc:sldChg>
      <pc:sldChg chg="del">
        <pc:chgData name="Gary Wu" userId="0dafca2d80947f17" providerId="LiveId" clId="{9CFF74E3-B1C5-4465-86C1-AF20DD012273}" dt="2026-08-18T07:02:54.125" v="2" actId="47"/>
        <pc:sldMkLst>
          <pc:docMk/>
          <pc:sldMk cId="3665699165" sldId="539"/>
        </pc:sldMkLst>
      </pc:sldChg>
      <pc:sldChg chg="del">
        <pc:chgData name="Gary Wu" userId="0dafca2d80947f17" providerId="LiveId" clId="{9CFF74E3-B1C5-4465-86C1-AF20DD012273}" dt="2026-08-18T07:02:54.840" v="3" actId="47"/>
        <pc:sldMkLst>
          <pc:docMk/>
          <pc:sldMk cId="1247295335" sldId="541"/>
        </pc:sldMkLst>
      </pc:sldChg>
      <pc:sldChg chg="add del">
        <pc:chgData name="Gary Wu" userId="0dafca2d80947f17" providerId="LiveId" clId="{9CFF74E3-B1C5-4465-86C1-AF20DD012273}" dt="2026-08-18T07:03:06.051" v="8" actId="47"/>
        <pc:sldMkLst>
          <pc:docMk/>
          <pc:sldMk cId="1590049953" sldId="542"/>
        </pc:sldMkLst>
      </pc:sldChg>
      <pc:sldChg chg="add del">
        <pc:chgData name="Gary Wu" userId="0dafca2d80947f17" providerId="LiveId" clId="{9CFF74E3-B1C5-4465-86C1-AF20DD012273}" dt="2026-08-18T07:03:06.051" v="8" actId="47"/>
        <pc:sldMkLst>
          <pc:docMk/>
          <pc:sldMk cId="2774203024" sldId="543"/>
        </pc:sldMkLst>
      </pc:sldChg>
      <pc:sldChg chg="add del">
        <pc:chgData name="Gary Wu" userId="0dafca2d80947f17" providerId="LiveId" clId="{9CFF74E3-B1C5-4465-86C1-AF20DD012273}" dt="2026-08-18T07:03:06.051" v="8" actId="47"/>
        <pc:sldMkLst>
          <pc:docMk/>
          <pc:sldMk cId="740881367" sldId="544"/>
        </pc:sldMkLst>
      </pc:sldChg>
      <pc:sldChg chg="add del">
        <pc:chgData name="Gary Wu" userId="0dafca2d80947f17" providerId="LiveId" clId="{9CFF74E3-B1C5-4465-86C1-AF20DD012273}" dt="2026-08-18T07:03:06.051" v="8" actId="47"/>
        <pc:sldMkLst>
          <pc:docMk/>
          <pc:sldMk cId="765831843" sldId="545"/>
        </pc:sldMkLst>
      </pc:sldChg>
      <pc:sldChg chg="add del">
        <pc:chgData name="Gary Wu" userId="0dafca2d80947f17" providerId="LiveId" clId="{9CFF74E3-B1C5-4465-86C1-AF20DD012273}" dt="2026-08-18T07:03:06.051" v="8" actId="47"/>
        <pc:sldMkLst>
          <pc:docMk/>
          <pc:sldMk cId="1913385852" sldId="546"/>
        </pc:sldMkLst>
      </pc:sldChg>
      <pc:sldChg chg="add del">
        <pc:chgData name="Gary Wu" userId="0dafca2d80947f17" providerId="LiveId" clId="{9CFF74E3-B1C5-4465-86C1-AF20DD012273}" dt="2026-08-18T07:03:06.051" v="8" actId="47"/>
        <pc:sldMkLst>
          <pc:docMk/>
          <pc:sldMk cId="1972355876" sldId="547"/>
        </pc:sldMkLst>
      </pc:sldChg>
      <pc:sldChg chg="add del">
        <pc:chgData name="Gary Wu" userId="0dafca2d80947f17" providerId="LiveId" clId="{9CFF74E3-B1C5-4465-86C1-AF20DD012273}" dt="2026-08-18T07:03:06.051" v="8" actId="47"/>
        <pc:sldMkLst>
          <pc:docMk/>
          <pc:sldMk cId="2052556319" sldId="548"/>
        </pc:sldMkLst>
      </pc:sldChg>
      <pc:sldChg chg="add del">
        <pc:chgData name="Gary Wu" userId="0dafca2d80947f17" providerId="LiveId" clId="{9CFF74E3-B1C5-4465-86C1-AF20DD012273}" dt="2026-08-18T07:03:06.051" v="8" actId="47"/>
        <pc:sldMkLst>
          <pc:docMk/>
          <pc:sldMk cId="3581799375" sldId="550"/>
        </pc:sldMkLst>
      </pc:sldChg>
      <pc:sldChg chg="add del">
        <pc:chgData name="Gary Wu" userId="0dafca2d80947f17" providerId="LiveId" clId="{9CFF74E3-B1C5-4465-86C1-AF20DD012273}" dt="2026-08-18T07:03:06.051" v="8" actId="47"/>
        <pc:sldMkLst>
          <pc:docMk/>
          <pc:sldMk cId="722971026" sldId="551"/>
        </pc:sldMkLst>
      </pc:sldChg>
      <pc:sldChg chg="add del">
        <pc:chgData name="Gary Wu" userId="0dafca2d80947f17" providerId="LiveId" clId="{9CFF74E3-B1C5-4465-86C1-AF20DD012273}" dt="2026-08-18T07:03:06.051" v="8" actId="47"/>
        <pc:sldMkLst>
          <pc:docMk/>
          <pc:sldMk cId="3003201375" sldId="552"/>
        </pc:sldMkLst>
      </pc:sldChg>
      <pc:sldChg chg="del">
        <pc:chgData name="Gary Wu" userId="0dafca2d80947f17" providerId="LiveId" clId="{9CFF74E3-B1C5-4465-86C1-AF20DD012273}" dt="2026-08-18T07:02:55.570" v="4" actId="47"/>
        <pc:sldMkLst>
          <pc:docMk/>
          <pc:sldMk cId="4226385675" sldId="553"/>
        </pc:sldMkLst>
      </pc:sldChg>
      <pc:sldChg chg="add del">
        <pc:chgData name="Gary Wu" userId="0dafca2d80947f17" providerId="LiveId" clId="{9CFF74E3-B1C5-4465-86C1-AF20DD012273}" dt="2026-08-18T07:03:06.051" v="8" actId="47"/>
        <pc:sldMkLst>
          <pc:docMk/>
          <pc:sldMk cId="3325249601" sldId="554"/>
        </pc:sldMkLst>
      </pc:sldChg>
      <pc:sldChg chg="add del">
        <pc:chgData name="Gary Wu" userId="0dafca2d80947f17" providerId="LiveId" clId="{9CFF74E3-B1C5-4465-86C1-AF20DD012273}" dt="2026-08-18T07:03:06.051" v="8" actId="47"/>
        <pc:sldMkLst>
          <pc:docMk/>
          <pc:sldMk cId="652890829" sldId="555"/>
        </pc:sldMkLst>
      </pc:sldChg>
      <pc:sldChg chg="add del">
        <pc:chgData name="Gary Wu" userId="0dafca2d80947f17" providerId="LiveId" clId="{9CFF74E3-B1C5-4465-86C1-AF20DD012273}" dt="2026-08-18T07:03:06.051" v="8" actId="47"/>
        <pc:sldMkLst>
          <pc:docMk/>
          <pc:sldMk cId="1054062343" sldId="556"/>
        </pc:sldMkLst>
      </pc:sldChg>
      <pc:sldChg chg="add del">
        <pc:chgData name="Gary Wu" userId="0dafca2d80947f17" providerId="LiveId" clId="{9CFF74E3-B1C5-4465-86C1-AF20DD012273}" dt="2026-08-18T07:03:06.051" v="8" actId="47"/>
        <pc:sldMkLst>
          <pc:docMk/>
          <pc:sldMk cId="3826769272" sldId="557"/>
        </pc:sldMkLst>
      </pc:sldChg>
      <pc:sldChg chg="add del">
        <pc:chgData name="Gary Wu" userId="0dafca2d80947f17" providerId="LiveId" clId="{9CFF74E3-B1C5-4465-86C1-AF20DD012273}" dt="2026-08-18T07:03:06.051" v="8" actId="47"/>
        <pc:sldMkLst>
          <pc:docMk/>
          <pc:sldMk cId="3828789979" sldId="558"/>
        </pc:sldMkLst>
      </pc:sldChg>
      <pc:sldChg chg="add del">
        <pc:chgData name="Gary Wu" userId="0dafca2d80947f17" providerId="LiveId" clId="{9CFF74E3-B1C5-4465-86C1-AF20DD012273}" dt="2026-08-18T07:03:06.051" v="8" actId="47"/>
        <pc:sldMkLst>
          <pc:docMk/>
          <pc:sldMk cId="1288888574" sldId="559"/>
        </pc:sldMkLst>
      </pc:sldChg>
      <pc:sldChg chg="add del">
        <pc:chgData name="Gary Wu" userId="0dafca2d80947f17" providerId="LiveId" clId="{9CFF74E3-B1C5-4465-86C1-AF20DD012273}" dt="2026-08-18T07:03:06.051" v="8" actId="47"/>
        <pc:sldMkLst>
          <pc:docMk/>
          <pc:sldMk cId="3169651349" sldId="560"/>
        </pc:sldMkLst>
      </pc:sldChg>
      <pc:sldChg chg="del">
        <pc:chgData name="Gary Wu" userId="0dafca2d80947f17" providerId="LiveId" clId="{9CFF74E3-B1C5-4465-86C1-AF20DD012273}" dt="2026-08-18T07:02:57.050" v="5" actId="47"/>
        <pc:sldMkLst>
          <pc:docMk/>
          <pc:sldMk cId="2890611182" sldId="5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13" cy="466581"/>
          </a:xfrm>
          <a:prstGeom prst="rect">
            <a:avLst/>
          </a:prstGeom>
        </p:spPr>
        <p:txBody>
          <a:bodyPr vert="horz" lIns="83622" tIns="41811" rIns="83622" bIns="41811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556" y="0"/>
            <a:ext cx="3038413" cy="466581"/>
          </a:xfrm>
          <a:prstGeom prst="rect">
            <a:avLst/>
          </a:prstGeom>
        </p:spPr>
        <p:txBody>
          <a:bodyPr vert="horz" lIns="83622" tIns="41811" rIns="83622" bIns="41811" rtlCol="0"/>
          <a:lstStyle>
            <a:lvl1pPr algn="r">
              <a:defRPr sz="1100"/>
            </a:lvl1pPr>
          </a:lstStyle>
          <a:p>
            <a:fld id="{B4B30065-8DBB-4002-A4BC-47B1A787DD0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3622" tIns="41811" rIns="83622" bIns="4181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13" y="4473600"/>
            <a:ext cx="5607175" cy="3660750"/>
          </a:xfrm>
          <a:prstGeom prst="rect">
            <a:avLst/>
          </a:prstGeom>
        </p:spPr>
        <p:txBody>
          <a:bodyPr vert="horz" lIns="83622" tIns="41811" rIns="83622" bIns="4181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820"/>
            <a:ext cx="3038413" cy="466581"/>
          </a:xfrm>
          <a:prstGeom prst="rect">
            <a:avLst/>
          </a:prstGeom>
        </p:spPr>
        <p:txBody>
          <a:bodyPr vert="horz" lIns="83622" tIns="41811" rIns="83622" bIns="41811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556" y="8829820"/>
            <a:ext cx="3038413" cy="466581"/>
          </a:xfrm>
          <a:prstGeom prst="rect">
            <a:avLst/>
          </a:prstGeom>
        </p:spPr>
        <p:txBody>
          <a:bodyPr vert="horz" lIns="83622" tIns="41811" rIns="83622" bIns="41811" rtlCol="0" anchor="b"/>
          <a:lstStyle>
            <a:lvl1pPr algn="r">
              <a:defRPr sz="1100"/>
            </a:lvl1pPr>
          </a:lstStyle>
          <a:p>
            <a:fld id="{926454B5-6FF5-43D3-978C-83A521C3E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19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0C1DA6-FD03-AF6F-8871-7744B329F8B5}"/>
              </a:ext>
            </a:extLst>
          </p:cNvPr>
          <p:cNvSpPr/>
          <p:nvPr userDrawn="1"/>
        </p:nvSpPr>
        <p:spPr>
          <a:xfrm>
            <a:off x="0" y="1361282"/>
            <a:ext cx="12192000" cy="4135436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9811" y="1361281"/>
            <a:ext cx="10103949" cy="2560464"/>
          </a:xfrm>
        </p:spPr>
        <p:txBody>
          <a:bodyPr anchor="b">
            <a:normAutofit/>
          </a:bodyPr>
          <a:lstStyle>
            <a:lvl1pPr algn="l">
              <a:defRPr sz="5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9811" y="4013821"/>
            <a:ext cx="10103949" cy="1482897"/>
          </a:xfrm>
        </p:spPr>
        <p:txBody>
          <a:bodyPr lIns="137160"/>
          <a:lstStyle>
            <a:lvl1pPr marL="0" indent="0" algn="l">
              <a:buNone/>
              <a:defRPr sz="2400">
                <a:solidFill>
                  <a:schemeClr val="accent6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26952AF-21E4-C631-5E3A-8FB74D5F51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148" y="1685069"/>
            <a:ext cx="1828800" cy="4064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2618ED-AFF1-2573-28A0-7F2852684284}"/>
              </a:ext>
            </a:extLst>
          </p:cNvPr>
          <p:cNvCxnSpPr>
            <a:cxnSpLocks/>
          </p:cNvCxnSpPr>
          <p:nvPr userDrawn="1"/>
        </p:nvCxnSpPr>
        <p:spPr>
          <a:xfrm>
            <a:off x="929812" y="5099437"/>
            <a:ext cx="6458057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977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_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282482-4FE2-DA01-E1F0-9184FC0CF2C3}"/>
              </a:ext>
            </a:extLst>
          </p:cNvPr>
          <p:cNvSpPr/>
          <p:nvPr userDrawn="1"/>
        </p:nvSpPr>
        <p:spPr>
          <a:xfrm>
            <a:off x="617672" y="0"/>
            <a:ext cx="10964728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6AF1DB-9B26-D975-091A-B41DCDB17570}"/>
              </a:ext>
            </a:extLst>
          </p:cNvPr>
          <p:cNvCxnSpPr>
            <a:cxnSpLocks/>
          </p:cNvCxnSpPr>
          <p:nvPr userDrawn="1"/>
        </p:nvCxnSpPr>
        <p:spPr>
          <a:xfrm>
            <a:off x="929811" y="6273800"/>
            <a:ext cx="10309437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679429"/>
            <a:ext cx="10407399" cy="2264204"/>
          </a:xfrm>
        </p:spPr>
        <p:txBody>
          <a:bodyPr anchor="b">
            <a:normAutofit/>
          </a:bodyPr>
          <a:lstStyle>
            <a:lvl1pPr algn="ctr">
              <a:defRPr sz="5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70620"/>
            <a:ext cx="10407399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D40183B-8262-E8AB-DE7A-56B9DF2849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148" y="911919"/>
            <a:ext cx="18288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932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282482-4FE2-DA01-E1F0-9184FC0CF2C3}"/>
              </a:ext>
            </a:extLst>
          </p:cNvPr>
          <p:cNvSpPr/>
          <p:nvPr userDrawn="1"/>
        </p:nvSpPr>
        <p:spPr>
          <a:xfrm>
            <a:off x="617672" y="0"/>
            <a:ext cx="10964728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6AF1DB-9B26-D975-091A-B41DCDB17570}"/>
              </a:ext>
            </a:extLst>
          </p:cNvPr>
          <p:cNvCxnSpPr>
            <a:cxnSpLocks/>
          </p:cNvCxnSpPr>
          <p:nvPr userDrawn="1"/>
        </p:nvCxnSpPr>
        <p:spPr>
          <a:xfrm>
            <a:off x="929811" y="6273800"/>
            <a:ext cx="10309437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1197" y="453859"/>
            <a:ext cx="7708051" cy="156895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D40183B-8262-E8AB-DE7A-56B9DF2849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148" y="911919"/>
            <a:ext cx="1828800" cy="4064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05D421-10D5-3D03-0D04-71BAC43C7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8232" y="2265266"/>
            <a:ext cx="7691016" cy="3928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3834" indent="-243834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5967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Option 1_Dark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D34930-4537-38BF-99E4-F720241B4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2F86B-2B10-6FBB-E789-FF69AD0A1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DB8941-AE5A-9C15-76EA-5FB1F8C2D00E}"/>
              </a:ext>
            </a:extLst>
          </p:cNvPr>
          <p:cNvSpPr/>
          <p:nvPr userDrawn="1"/>
        </p:nvSpPr>
        <p:spPr>
          <a:xfrm>
            <a:off x="609598" y="0"/>
            <a:ext cx="10972797" cy="106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8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1_Dark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1DD353-0F53-1D1F-99B2-D86DEBAF59CE}"/>
              </a:ext>
            </a:extLst>
          </p:cNvPr>
          <p:cNvSpPr txBox="1"/>
          <p:nvPr userDrawn="1"/>
        </p:nvSpPr>
        <p:spPr>
          <a:xfrm>
            <a:off x="9802046" y="67338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788DC0-B188-B434-C40F-FA7115B0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E35E9F4-CBEA-838D-DD09-9C3FF621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B0E274A2-8EFE-C849-B590-9A8D86EA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0200"/>
            <a:ext cx="10972797" cy="114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5863C55-E5F2-01F3-7930-CD6A22927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99227"/>
            <a:ext cx="536448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6495CDD-CD04-0D85-B8B5-E99CFFA853F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17917" y="1499227"/>
            <a:ext cx="536448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9AC230-A9A6-B221-BE3B-E849779F7AC5}"/>
              </a:ext>
            </a:extLst>
          </p:cNvPr>
          <p:cNvSpPr/>
          <p:nvPr userDrawn="1"/>
        </p:nvSpPr>
        <p:spPr>
          <a:xfrm>
            <a:off x="609598" y="0"/>
            <a:ext cx="10972797" cy="106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38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1_Dark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9655F390-94BA-2C7D-646C-185765FCE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0200"/>
            <a:ext cx="10972797" cy="114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BDFA5-D1A1-52DC-C9FA-BE05DC7A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53AD99-92FE-C445-B537-1BEBC5F1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CCABAE-DD7F-ADF7-38D2-4E73D4AA260E}"/>
              </a:ext>
            </a:extLst>
          </p:cNvPr>
          <p:cNvSpPr/>
          <p:nvPr userDrawn="1"/>
        </p:nvSpPr>
        <p:spPr>
          <a:xfrm>
            <a:off x="609598" y="0"/>
            <a:ext cx="10972797" cy="106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5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1_Dark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1DD353-0F53-1D1F-99B2-D86DEBAF59CE}"/>
              </a:ext>
            </a:extLst>
          </p:cNvPr>
          <p:cNvSpPr txBox="1"/>
          <p:nvPr userDrawn="1"/>
        </p:nvSpPr>
        <p:spPr>
          <a:xfrm>
            <a:off x="9802046" y="67338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788DC0-B188-B434-C40F-FA7115B0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E35E9F4-CBEA-838D-DD09-9C3FF621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B0E274A2-8EFE-C849-B590-9A8D86EA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0200"/>
            <a:ext cx="10972797" cy="114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5863C55-E5F2-01F3-7930-CD6A22927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92376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292918-CE3C-6872-2738-C8EED8CA4E3D}"/>
              </a:ext>
            </a:extLst>
          </p:cNvPr>
          <p:cNvSpPr/>
          <p:nvPr userDrawn="1"/>
        </p:nvSpPr>
        <p:spPr>
          <a:xfrm>
            <a:off x="609598" y="0"/>
            <a:ext cx="10972797" cy="106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52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1_Dark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1DD353-0F53-1D1F-99B2-D86DEBAF59CE}"/>
              </a:ext>
            </a:extLst>
          </p:cNvPr>
          <p:cNvSpPr txBox="1"/>
          <p:nvPr userDrawn="1"/>
        </p:nvSpPr>
        <p:spPr>
          <a:xfrm>
            <a:off x="9802046" y="67338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788DC0-B188-B434-C40F-FA7115B0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E35E9F4-CBEA-838D-DD09-9C3FF621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B0E274A2-8EFE-C849-B590-9A8D86EA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0200"/>
            <a:ext cx="10972797" cy="114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5863C55-E5F2-01F3-7930-CD6A22927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99227"/>
            <a:ext cx="353568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6E83F01-BBDF-00D7-D926-14AAAE8F8A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28157" y="1499227"/>
            <a:ext cx="353568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058067C-D712-D5FA-3C54-3753D10F89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046717" y="1499227"/>
            <a:ext cx="353568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87503C-52FD-FDE6-A943-5D4BE7A87560}"/>
              </a:ext>
            </a:extLst>
          </p:cNvPr>
          <p:cNvSpPr/>
          <p:nvPr userDrawn="1"/>
        </p:nvSpPr>
        <p:spPr>
          <a:xfrm>
            <a:off x="609598" y="0"/>
            <a:ext cx="10972797" cy="106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72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1_Dark_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7" y="710323"/>
            <a:ext cx="6399212" cy="5276852"/>
          </a:xfrm>
          <a:pattFill prst="pct10">
            <a:fgClr>
              <a:schemeClr val="tx1"/>
            </a:fgClr>
            <a:bgClr>
              <a:schemeClr val="bg1"/>
            </a:bgClr>
          </a:pattFill>
          <a:effectLst>
            <a:outerShdw blurRad="127000" dir="11760000" algn="t" rotWithShape="0">
              <a:prstClr val="black">
                <a:alpha val="25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71566-4860-8841-5924-F1524626A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10DE31-796D-406A-F033-B353426BD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B7FFC0-8E70-D523-E8F4-858FF413B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30200"/>
            <a:ext cx="4393324" cy="114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91E9948-E971-57C8-05FF-C815AE01E7A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599" y="1499227"/>
            <a:ext cx="4393323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03E28B-838A-CA9D-0316-1C8F75A66F5F}"/>
              </a:ext>
            </a:extLst>
          </p:cNvPr>
          <p:cNvSpPr/>
          <p:nvPr userDrawn="1"/>
        </p:nvSpPr>
        <p:spPr>
          <a:xfrm>
            <a:off x="609598" y="0"/>
            <a:ext cx="10972797" cy="106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3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1_Dark_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710323"/>
            <a:ext cx="6399212" cy="5276852"/>
          </a:xfrm>
          <a:pattFill prst="pct10">
            <a:fgClr>
              <a:schemeClr val="tx1"/>
            </a:fgClr>
            <a:bgClr>
              <a:schemeClr val="bg1"/>
            </a:bgClr>
          </a:pattFill>
          <a:effectLst>
            <a:outerShdw blurRad="127000" dir="11760000" algn="t" rotWithShape="0">
              <a:prstClr val="black">
                <a:alpha val="25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71566-4860-8841-5924-F1524626A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10DE31-796D-406A-F033-B353426BD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B7FFC0-8E70-D523-E8F4-858FF413B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078" y="330200"/>
            <a:ext cx="4393324" cy="114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91E9948-E971-57C8-05FF-C815AE01E7A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89076" y="1499227"/>
            <a:ext cx="4393323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61B932-07C7-D5C2-ADED-76F9B385C698}"/>
              </a:ext>
            </a:extLst>
          </p:cNvPr>
          <p:cNvSpPr/>
          <p:nvPr userDrawn="1"/>
        </p:nvSpPr>
        <p:spPr>
          <a:xfrm>
            <a:off x="609598" y="0"/>
            <a:ext cx="10972797" cy="106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773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Option 2_Dark_1 Colum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282482-4FE2-DA01-E1F0-9184FC0CF2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17672" y="0"/>
            <a:ext cx="10964728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8504" dir="11739915" algn="b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BA194F4-E1B9-E0CF-21B2-F3809EB0CC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0281" y="6481395"/>
            <a:ext cx="914400" cy="203200"/>
          </a:xfrm>
          <a:prstGeom prst="rect">
            <a:avLst/>
          </a:prstGeom>
        </p:spPr>
      </p:pic>
      <p:sp>
        <p:nvSpPr>
          <p:cNvPr id="5" name="Slide Number Placeholder 14">
            <a:extLst>
              <a:ext uri="{FF2B5EF4-FFF2-40B4-BE49-F238E27FC236}">
                <a16:creationId xmlns:a16="http://schemas.microsoft.com/office/drawing/2014/main" id="{0CD47E11-37B9-6891-1036-E449AB5156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041974" y="6399905"/>
            <a:ext cx="54042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5E729-D5F1-4242-860F-6433D8EC1C4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570D1A-4E28-6CFF-47AB-E5335E1A614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10974709" y="6430595"/>
            <a:ext cx="0" cy="3048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5D304DAC-1940-6ADA-6047-6AED3EBCB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38600" y="6400115"/>
            <a:ext cx="411480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F56E9AE4-E20F-03F8-DC08-F795E39DC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2" y="330200"/>
            <a:ext cx="10712141" cy="114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4E56D86-DBD0-7391-8356-BE4BE86BF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1" y="1492376"/>
            <a:ext cx="10712144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77683D7-3DD0-5BBA-B29D-C7E6E555A8A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595" y="6549627"/>
            <a:ext cx="778933" cy="8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28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Option 2_Dark_2 Colum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282482-4FE2-DA01-E1F0-9184FC0CF2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17672" y="0"/>
            <a:ext cx="10964728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8504" dir="11739915" algn="b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BA194F4-E1B9-E0CF-21B2-F3809EB0CC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0281" y="6481395"/>
            <a:ext cx="914400" cy="203200"/>
          </a:xfrm>
          <a:prstGeom prst="rect">
            <a:avLst/>
          </a:prstGeom>
        </p:spPr>
      </p:pic>
      <p:sp>
        <p:nvSpPr>
          <p:cNvPr id="5" name="Slide Number Placeholder 14">
            <a:extLst>
              <a:ext uri="{FF2B5EF4-FFF2-40B4-BE49-F238E27FC236}">
                <a16:creationId xmlns:a16="http://schemas.microsoft.com/office/drawing/2014/main" id="{0CD47E11-37B9-6891-1036-E449AB5156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041974" y="6399905"/>
            <a:ext cx="54042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5E729-D5F1-4242-860F-6433D8EC1C4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570D1A-4E28-6CFF-47AB-E5335E1A614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10974709" y="6430595"/>
            <a:ext cx="0" cy="3048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5D304DAC-1940-6ADA-6047-6AED3EBCB1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38600" y="6400115"/>
            <a:ext cx="411480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F56E9AE4-E20F-03F8-DC08-F795E39DC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2" y="330200"/>
            <a:ext cx="10712141" cy="114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4E56D86-DBD0-7391-8356-BE4BE86BF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492376"/>
            <a:ext cx="524256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55F4ADE-AD79-BEBA-E107-1D3AC18D0E3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01103" y="1492376"/>
            <a:ext cx="524256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2C24DE0-4E14-1613-1245-E7F3A30048D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595" y="6549627"/>
            <a:ext cx="778933" cy="8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151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2_Dark_1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9087" y="362538"/>
            <a:ext cx="7253308" cy="1048143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1001197" y="38271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/>
          <p:nvPr userDrawn="1"/>
        </p:nvSpPr>
        <p:spPr>
          <a:xfrm>
            <a:off x="5" y="0"/>
            <a:ext cx="402336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C890C-0C31-D9BC-75BC-FA7BD40A5B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29089" y="1475317"/>
            <a:ext cx="7253308" cy="39073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861793-8F77-A231-5050-9EE0C6B0FDA3}"/>
              </a:ext>
            </a:extLst>
          </p:cNvPr>
          <p:cNvSpPr/>
          <p:nvPr userDrawn="1"/>
        </p:nvSpPr>
        <p:spPr>
          <a:xfrm>
            <a:off x="609598" y="0"/>
            <a:ext cx="10972797" cy="106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A766727-DBCB-28D6-F407-57E45E2A9BE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59C1242-AABA-6C7B-E908-A90B7F7E0CF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ED11A-5B83-7358-5F97-A20C65B6A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842" y="711179"/>
            <a:ext cx="3492596" cy="5401637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007383-C542-8115-11DA-9CF591CEC26A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595" y="6549627"/>
            <a:ext cx="778933" cy="8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367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2_Dark_1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047" y="362538"/>
            <a:ext cx="7253308" cy="1048143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1001197" y="38271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/>
          <p:nvPr userDrawn="1"/>
        </p:nvSpPr>
        <p:spPr>
          <a:xfrm>
            <a:off x="8157432" y="0"/>
            <a:ext cx="402336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C890C-0C31-D9BC-75BC-FA7BD40A5B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049" y="1475317"/>
            <a:ext cx="7253308" cy="39073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861793-8F77-A231-5050-9EE0C6B0FDA3}"/>
              </a:ext>
            </a:extLst>
          </p:cNvPr>
          <p:cNvSpPr/>
          <p:nvPr userDrawn="1"/>
        </p:nvSpPr>
        <p:spPr>
          <a:xfrm>
            <a:off x="609598" y="0"/>
            <a:ext cx="10972797" cy="106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1FB89E5-8CAE-381A-A8A9-68C3B7B5D2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00056C-6F08-3D1F-C5DB-A9343CA664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0281" y="6481395"/>
            <a:ext cx="914400" cy="203200"/>
          </a:xfrm>
          <a:prstGeom prst="rect">
            <a:avLst/>
          </a:prstGeom>
        </p:spPr>
      </p:pic>
      <p:sp>
        <p:nvSpPr>
          <p:cNvPr id="6" name="Slide Number Placeholder 14">
            <a:extLst>
              <a:ext uri="{FF2B5EF4-FFF2-40B4-BE49-F238E27FC236}">
                <a16:creationId xmlns:a16="http://schemas.microsoft.com/office/drawing/2014/main" id="{BD5688E4-925A-BD82-E12B-A7DBC36273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041974" y="6399905"/>
            <a:ext cx="54042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1"/>
                </a:solidFill>
              </a:defRPr>
            </a:lvl1pPr>
          </a:lstStyle>
          <a:p>
            <a:fld id="{D9D5E729-D5F1-4242-860F-6433D8EC1C4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1D82DB-0D7E-A30C-0858-160C5C9AA59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10974709" y="6430595"/>
            <a:ext cx="0" cy="3048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715DD95-16C3-3073-B9FC-87EA09B48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2814" y="711179"/>
            <a:ext cx="3492596" cy="5401637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976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3_Dark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1001197" y="38271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/>
          <p:nvPr userDrawn="1"/>
        </p:nvSpPr>
        <p:spPr>
          <a:xfrm>
            <a:off x="5" y="767048"/>
            <a:ext cx="609595" cy="5330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59D795B-9FD1-3B80-7251-D204369A42B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D8B5D7-8660-4225-1C55-B214E93F2E1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41A91B6-5ABE-5E70-08A7-4BD3A0F54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2" y="330200"/>
            <a:ext cx="10972797" cy="114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7BEF807-BC51-41A1-A3C8-711061DCA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19" y="1499227"/>
            <a:ext cx="10972796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6834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3_Dark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1001197" y="38271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/>
          <p:nvPr userDrawn="1"/>
        </p:nvSpPr>
        <p:spPr>
          <a:xfrm>
            <a:off x="5" y="767048"/>
            <a:ext cx="609595" cy="5330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48F142C-DF68-DF09-B8C3-BE4C4946994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CC55CD1-0855-137C-BDD2-D56E526A5D3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02DDC86-FF2A-D526-02D4-B0ECA4086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2" y="330200"/>
            <a:ext cx="10972797" cy="114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14074D4-2A37-7A14-E7C8-E5BAD19CD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499227"/>
            <a:ext cx="536448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CE66130-BA57-9E3A-A183-6FD4467C15E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39839" y="1499227"/>
            <a:ext cx="536448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3440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3_Dark_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1001197" y="38271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/>
          <p:nvPr userDrawn="1"/>
        </p:nvSpPr>
        <p:spPr>
          <a:xfrm>
            <a:off x="5" y="767048"/>
            <a:ext cx="609595" cy="5330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CED1876-7C59-398A-7C6A-75B6F459121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11018" y="902880"/>
            <a:ext cx="4480983" cy="5194648"/>
          </a:xfrm>
          <a:pattFill prst="pct10">
            <a:fgClr>
              <a:schemeClr val="tx1"/>
            </a:fgClr>
            <a:bgClr>
              <a:schemeClr val="bg1"/>
            </a:bgClr>
          </a:pattFill>
          <a:effectLst>
            <a:outerShdw blurRad="127000" dir="11760000" algn="t" rotWithShape="0">
              <a:prstClr val="black">
                <a:alpha val="25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1B8AE28-A247-108F-C37D-7F5474F9A32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004A92-1528-6E26-2E7E-2108449B469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F865A0D-011F-6A4C-002F-C6A0DBFF7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2" y="330200"/>
            <a:ext cx="6768660" cy="1145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506298A-3249-4C0D-CA45-E757DD54F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19" y="1499227"/>
            <a:ext cx="6768663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19315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3_Dark_1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9087" y="362538"/>
            <a:ext cx="7253308" cy="1048143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1001197" y="38271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/>
          <p:nvPr userDrawn="1"/>
        </p:nvSpPr>
        <p:spPr>
          <a:xfrm>
            <a:off x="5" y="0"/>
            <a:ext cx="402336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C890C-0C31-D9BC-75BC-FA7BD40A5B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29089" y="1475317"/>
            <a:ext cx="7253308" cy="39073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A766727-DBCB-28D6-F407-57E45E2A9BE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59C1242-AABA-6C7B-E908-A90B7F7E0CF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9D5E729-D5F1-4242-860F-6433D8EC1C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ED11A-5B83-7358-5F97-A20C65B6A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842" y="711179"/>
            <a:ext cx="3492596" cy="5401637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FA49A5-C883-2EC6-D6E6-AC00D216A909}"/>
              </a:ext>
            </a:extLst>
          </p:cNvPr>
          <p:cNvSpPr/>
          <p:nvPr userDrawn="1"/>
        </p:nvSpPr>
        <p:spPr>
          <a:xfrm rot="5400000">
            <a:off x="1859285" y="-1295956"/>
            <a:ext cx="304800" cy="28967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6775217-0F0E-E92A-B3CB-4BE83854829A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595" y="6549627"/>
            <a:ext cx="778933" cy="8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427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ption 3_Dark_1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047" y="362538"/>
            <a:ext cx="7253308" cy="1048143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1001197" y="38271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418874-173D-A507-C5E4-3B542EB9F441}"/>
              </a:ext>
            </a:extLst>
          </p:cNvPr>
          <p:cNvSpPr/>
          <p:nvPr userDrawn="1"/>
        </p:nvSpPr>
        <p:spPr>
          <a:xfrm>
            <a:off x="8157432" y="0"/>
            <a:ext cx="402336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C890C-0C31-D9BC-75BC-FA7BD40A5B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049" y="1475317"/>
            <a:ext cx="7253308" cy="39073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1FB89E5-8CAE-381A-A8A9-68C3B7B5D2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00056C-6F08-3D1F-C5DB-A9343CA664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0281" y="6481395"/>
            <a:ext cx="914400" cy="203200"/>
          </a:xfrm>
          <a:prstGeom prst="rect">
            <a:avLst/>
          </a:prstGeom>
        </p:spPr>
      </p:pic>
      <p:sp>
        <p:nvSpPr>
          <p:cNvPr id="6" name="Slide Number Placeholder 14">
            <a:extLst>
              <a:ext uri="{FF2B5EF4-FFF2-40B4-BE49-F238E27FC236}">
                <a16:creationId xmlns:a16="http://schemas.microsoft.com/office/drawing/2014/main" id="{BD5688E4-925A-BD82-E12B-A7DBC36273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041974" y="6399905"/>
            <a:ext cx="54042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1"/>
                </a:solidFill>
              </a:defRPr>
            </a:lvl1pPr>
          </a:lstStyle>
          <a:p>
            <a:fld id="{D9D5E729-D5F1-4242-860F-6433D8EC1C4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1D82DB-0D7E-A30C-0858-160C5C9AA59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10974709" y="6430595"/>
            <a:ext cx="0" cy="3048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715DD95-16C3-3073-B9FC-87EA09B48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2814" y="711179"/>
            <a:ext cx="3492596" cy="5401637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A7B979-5EB2-7A1E-DEC7-9FB8E71A895C}"/>
              </a:ext>
            </a:extLst>
          </p:cNvPr>
          <p:cNvSpPr/>
          <p:nvPr userDrawn="1"/>
        </p:nvSpPr>
        <p:spPr>
          <a:xfrm rot="5400000">
            <a:off x="10027920" y="-1295956"/>
            <a:ext cx="304800" cy="28967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199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99553A1-E57D-200A-A1B4-6C8E8C05AF61}"/>
              </a:ext>
            </a:extLst>
          </p:cNvPr>
          <p:cNvSpPr txBox="1"/>
          <p:nvPr userDrawn="1"/>
        </p:nvSpPr>
        <p:spPr>
          <a:xfrm>
            <a:off x="-1001197" y="38271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75A4A3-C2CF-2329-DE91-6B45329346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723466" y="2838290"/>
            <a:ext cx="2745068" cy="118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160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0200"/>
            <a:ext cx="10972797" cy="13604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5624"/>
            <a:ext cx="10972800" cy="4448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885BCA7-B8BB-6CBB-60B1-DCE35A042F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850281" y="6481395"/>
            <a:ext cx="914400" cy="203200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D14C817-0C48-5024-A00C-2DFEC70DA1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38600" y="6400115"/>
            <a:ext cx="411480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19ED00-A77D-43E9-EA5E-6BAADE1C59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041974" y="6399905"/>
            <a:ext cx="54042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5E729-D5F1-4242-860F-6433D8EC1C4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32CFB4D-6E7A-B369-6B56-9C48E434A92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10974709" y="6430595"/>
            <a:ext cx="0" cy="3048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A607C3D8-91B0-C143-E011-DFA44A6680F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51595" y="6549627"/>
            <a:ext cx="778933" cy="8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94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34" indent="-243834" algn="l" defTabSz="914377" rtl="0" eaLnBrk="1" latinLnBrk="0" hangingPunct="1">
        <a:lnSpc>
          <a:spcPct val="100000"/>
        </a:lnSpc>
        <a:spcBef>
          <a:spcPts val="933"/>
        </a:spcBef>
        <a:buClr>
          <a:srgbClr val="000000"/>
        </a:buClr>
        <a:buSzPct val="11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87668" indent="-243834" algn="l" defTabSz="914377" rtl="0" eaLnBrk="1" latinLnBrk="0" hangingPunct="1">
        <a:lnSpc>
          <a:spcPct val="100000"/>
        </a:lnSpc>
        <a:spcBef>
          <a:spcPts val="933"/>
        </a:spcBef>
        <a:buClr>
          <a:srgbClr val="000000"/>
        </a:buClr>
        <a:buSzPct val="110000"/>
        <a:buFont typeface="Arial" panose="020B0604020202020204" pitchFamily="34" charset="0"/>
        <a:buChar char="•"/>
        <a:tabLst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31502" indent="-243834" algn="l" defTabSz="914377" rtl="0" eaLnBrk="1" latinLnBrk="0" hangingPunct="1">
        <a:lnSpc>
          <a:spcPct val="100000"/>
        </a:lnSpc>
        <a:spcBef>
          <a:spcPts val="933"/>
        </a:spcBef>
        <a:buClr>
          <a:srgbClr val="000000"/>
        </a:buClr>
        <a:buSzPct val="110000"/>
        <a:buFont typeface="Arial" panose="020B0604020202020204" pitchFamily="34" charset="0"/>
        <a:buChar char="•"/>
        <a:tabLst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975336" indent="-243834" algn="l" defTabSz="914377" rtl="0" eaLnBrk="1" latinLnBrk="0" hangingPunct="1">
        <a:lnSpc>
          <a:spcPct val="100000"/>
        </a:lnSpc>
        <a:spcBef>
          <a:spcPts val="933"/>
        </a:spcBef>
        <a:buClr>
          <a:srgbClr val="000000"/>
        </a:buClr>
        <a:buSzPct val="110000"/>
        <a:buFont typeface="Arial" panose="020B0604020202020204" pitchFamily="34" charset="0"/>
        <a:buChar char="•"/>
        <a:tabLst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219170" indent="-243834" algn="l" defTabSz="914377" rtl="0" eaLnBrk="1" latinLnBrk="0" hangingPunct="1">
        <a:lnSpc>
          <a:spcPct val="100000"/>
        </a:lnSpc>
        <a:spcBef>
          <a:spcPts val="933"/>
        </a:spcBef>
        <a:buClr>
          <a:srgbClr val="000000"/>
        </a:buClr>
        <a:buSzPct val="110000"/>
        <a:buFont typeface="Arial" panose="020B0604020202020204" pitchFamily="34" charset="0"/>
        <a:buChar char="•"/>
        <a:tabLst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6">
          <p15:clr>
            <a:srgbClr val="F26B43"/>
          </p15:clr>
        </p15:guide>
        <p15:guide id="2" orient="horz" pos="3084">
          <p15:clr>
            <a:srgbClr val="F26B43"/>
          </p15:clr>
        </p15:guide>
        <p15:guide id="3" orient="horz" pos="276">
          <p15:clr>
            <a:srgbClr val="F26B43"/>
          </p15:clr>
        </p15:guide>
        <p15:guide id="4" orient="horz" pos="2964">
          <p15:clr>
            <a:srgbClr val="F26B43"/>
          </p15:clr>
        </p15:guide>
        <p15:guide id="5" pos="144">
          <p15:clr>
            <a:srgbClr val="F26B43"/>
          </p15:clr>
        </p15:guide>
        <p15:guide id="6" pos="5616">
          <p15:clr>
            <a:srgbClr val="F26B43"/>
          </p15:clr>
        </p15:guide>
        <p15:guide id="7" pos="288">
          <p15:clr>
            <a:srgbClr val="F26B43"/>
          </p15:clr>
        </p15:guide>
        <p15:guide id="8" pos="5472">
          <p15:clr>
            <a:srgbClr val="F26B43"/>
          </p15:clr>
        </p15:guide>
        <p15:guide id="9" orient="horz" pos="1620">
          <p15:clr>
            <a:srgbClr val="F26B43"/>
          </p15:clr>
        </p15:guide>
        <p15:guide id="10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0C9EB-D321-20FE-0257-5245D7681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637" y="2176357"/>
            <a:ext cx="10356552" cy="2560464"/>
          </a:xfrm>
        </p:spPr>
        <p:txBody>
          <a:bodyPr/>
          <a:lstStyle/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D49ADD-410A-67D9-77A7-9A0BE3989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9811" y="4470400"/>
            <a:ext cx="10103949" cy="102631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557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612255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">
  <a:themeElements>
    <a:clrScheme name="Crown 2024 Core UI Colors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FD9827"/>
      </a:accent1>
      <a:accent2>
        <a:srgbClr val="F27E22"/>
      </a:accent2>
      <a:accent3>
        <a:srgbClr val="E0571D"/>
      </a:accent3>
      <a:accent4>
        <a:srgbClr val="515151"/>
      </a:accent4>
      <a:accent5>
        <a:srgbClr val="888888"/>
      </a:accent5>
      <a:accent6>
        <a:srgbClr val="C2C2C2"/>
      </a:accent6>
      <a:hlink>
        <a:srgbClr val="0068D6"/>
      </a:hlink>
      <a:folHlink>
        <a:srgbClr val="263C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91440" tIns="45720" rIns="91440" bIns="45720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5775b8e-0700-48b9-a3c1-cea00bd72c7f" xsi:nil="true"/>
    <SharedWithUsers xmlns="85775b8e-0700-48b9-a3c1-cea00bd72c7f">
      <UserInfo>
        <DisplayName/>
        <AccountId xsi:nil="true"/>
        <AccountType/>
      </UserInfo>
    </SharedWithUsers>
    <lcf76f155ced4ddcb4097134ff3c332f xmlns="af1d1517-1a17-45db-a460-1eaa910794c5">
      <Terms xmlns="http://schemas.microsoft.com/office/infopath/2007/PartnerControls"/>
    </lcf76f155ced4ddcb4097134ff3c332f>
    <ProductType xmlns="af1d1517-1a17-45db-a460-1eaa910794c5" xsi:nil="true"/>
    <Creator xmlns="af1d1517-1a17-45db-a460-1eaa910794c5">
      <UserInfo>
        <DisplayName/>
        <AccountId xsi:nil="true"/>
        <AccountType/>
      </UserInfo>
    </Creator>
    <DocumentType xmlns="af1d1517-1a17-45db-a460-1eaa910794c5" xsi:nil="true"/>
    <Subset xmlns="af1d1517-1a17-45db-a460-1eaa910794c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A6DE641A93C24DA63CC1CF776A35BE" ma:contentTypeVersion="21" ma:contentTypeDescription="Create a new document." ma:contentTypeScope="" ma:versionID="fd0346b7d94486f3aadfacece80a0a9d">
  <xsd:schema xmlns:xsd="http://www.w3.org/2001/XMLSchema" xmlns:xs="http://www.w3.org/2001/XMLSchema" xmlns:p="http://schemas.microsoft.com/office/2006/metadata/properties" xmlns:ns2="af1d1517-1a17-45db-a460-1eaa910794c5" xmlns:ns3="85775b8e-0700-48b9-a3c1-cea00bd72c7f" targetNamespace="http://schemas.microsoft.com/office/2006/metadata/properties" ma:root="true" ma:fieldsID="19f06cd08bfec7db54bccdc37f0878d3" ns2:_="" ns3:_="">
    <xsd:import namespace="af1d1517-1a17-45db-a460-1eaa910794c5"/>
    <xsd:import namespace="85775b8e-0700-48b9-a3c1-cea00bd72c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DocumentType" minOccurs="0"/>
                <xsd:element ref="ns2:ProductType" minOccurs="0"/>
                <xsd:element ref="ns2:Subset" minOccurs="0"/>
                <xsd:element ref="ns2:Creato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1d1517-1a17-45db-a460-1eaa910794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e528e8e-f096-4b81-8a7e-28cd4335a3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DocumentType" ma:index="24" nillable="true" ma:displayName="Document Type" ma:format="Dropdown" ma:indexed="true" ma:internalName="DocumentType">
      <xsd:simpleType>
        <xsd:restriction base="dms:Choice">
          <xsd:enumeration value="Checklist"/>
          <xsd:enumeration value="Example"/>
          <xsd:enumeration value="Flow Chart"/>
          <xsd:enumeration value="Record"/>
          <xsd:enumeration value="Specification"/>
          <xsd:enumeration value="Template"/>
          <xsd:enumeration value="Work Instruction"/>
        </xsd:restriction>
      </xsd:simpleType>
    </xsd:element>
    <xsd:element name="ProductType" ma:index="25" nillable="true" ma:displayName="Product Type" ma:format="Dropdown" ma:internalName="ProductType">
      <xsd:simpleType>
        <xsd:restriction base="dms:Choice">
          <xsd:enumeration value="GeoAssist"/>
          <xsd:enumeration value="Auto Fence"/>
          <xsd:enumeration value="Modula"/>
          <xsd:enumeration value="ProximityAssist"/>
        </xsd:restriction>
      </xsd:simpleType>
    </xsd:element>
    <xsd:element name="Subset" ma:index="26" nillable="true" ma:displayName="Subset" ma:format="Dropdown" ma:indexed="true" ma:internalName="Subset">
      <xsd:simpleType>
        <xsd:restriction base="dms:Choice">
          <xsd:enumeration value="Anchor"/>
          <xsd:enumeration value="Amazon"/>
          <xsd:enumeration value="Commissioning"/>
          <xsd:enumeration value="Dark Mode"/>
          <xsd:enumeration value="Geo Monitor"/>
          <xsd:enumeration value="SharePoint"/>
          <xsd:enumeration value="Site Builder"/>
          <xsd:enumeration value="Site Config"/>
          <xsd:enumeration value="Truck"/>
          <xsd:enumeration value="Workfront"/>
          <xsd:enumeration value="Zone_Config"/>
          <xsd:enumeration value="Business Reports"/>
        </xsd:restriction>
      </xsd:simpleType>
    </xsd:element>
    <xsd:element name="Creator" ma:index="27" nillable="true" ma:displayName="Creator" ma:format="Dropdown" ma:list="UserInfo" ma:SharePointGroup="0" ma:internalName="Creato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775b8e-0700-48b9-a3c1-cea00bd72c7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ee9e4ef1-a954-4134-839c-e754acad506c}" ma:internalName="TaxCatchAll" ma:showField="CatchAllData" ma:web="85775b8e-0700-48b9-a3c1-cea00bd72c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8962D4-2099-4B96-A3F8-DD568F42B936}">
  <ds:schemaRefs>
    <ds:schemaRef ds:uri="85775b8e-0700-48b9-a3c1-cea00bd72c7f"/>
    <ds:schemaRef ds:uri="af1d1517-1a17-45db-a460-1eaa910794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BE53F0F-6353-4F7E-8900-3986F061A7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7CA8E2-866F-42A7-B6D0-6A6FD66BF1DC}">
  <ds:schemaRefs>
    <ds:schemaRef ds:uri="85775b8e-0700-48b9-a3c1-cea00bd72c7f"/>
    <ds:schemaRef ds:uri="af1d1517-1a17-45db-a460-1eaa910794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</vt:lpstr>
      <vt:lpstr>Arial</vt:lpstr>
      <vt:lpstr>Light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Widdowson, George</dc:creator>
  <cp:lastModifiedBy>Gary Wu</cp:lastModifiedBy>
  <cp:revision>2</cp:revision>
  <cp:lastPrinted>2026-07-22T15:33:24Z</cp:lastPrinted>
  <dcterms:modified xsi:type="dcterms:W3CDTF">2026-08-18T07:03:15Z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0x010100E4A6DE641A93C24DA63CC1CF776A35BE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