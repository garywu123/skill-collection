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1" r:id="rId4"/>
  </p:sldMasterIdLst>
  <p:notesMasterIdLst>
    <p:notesMasterId r:id="rId11"/>
  </p:notesMasterIdLst>
  <p:handoutMasterIdLst>
    <p:handoutMasterId r:id="rId12"/>
  </p:handoutMasterIdLst>
  <p:sldIdLst>
    <p:sldId id="256" r:id="rId5"/>
    <p:sldId id="258" r:id="rId6"/>
    <p:sldId id="259" r:id="rId7"/>
    <p:sldId id="268" r:id="rId8"/>
    <p:sldId id="273" r:id="rId9"/>
    <p:sldId id="275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03EE967C-FCF7-8440-A657-AF797DF24B11}">
          <p14:sldIdLst>
            <p14:sldId id="256"/>
          </p14:sldIdLst>
        </p14:section>
        <p14:section name="Content" id="{97733C3E-2074-0540-B925-4682F130C282}">
          <p14:sldIdLst>
            <p14:sldId id="258"/>
            <p14:sldId id="259"/>
            <p14:sldId id="268"/>
            <p14:sldId id="273"/>
          </p14:sldIdLst>
        </p14:section>
        <p14:section name="Last Slide" id="{BA19EB43-5E4C-6E41-9E6F-CF634D5A9800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7778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/>
    <p:restoredTop sz="94384"/>
  </p:normalViewPr>
  <p:slideViewPr>
    <p:cSldViewPr snapToGrid="0" showGuides="1">
      <p:cViewPr varScale="1">
        <p:scale>
          <a:sx n="154" d="100"/>
          <a:sy n="154" d="100"/>
        </p:scale>
        <p:origin x="6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44" d="100"/>
          <a:sy n="144" d="100"/>
        </p:scale>
        <p:origin x="4344" y="208"/>
      </p:cViewPr>
      <p:guideLst>
        <p:guide orient="horz" pos="2880"/>
        <p:guide pos="2160"/>
      </p:guideLst>
    </p:cSldViewPr>
  </p:notesViewPr>
  <p:gridSpacing cx="114300" cy="1143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F0A051-8D4D-6449-D65F-A5BF3F389B8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EBB271-EA1A-2DE4-1986-9C13C247F9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FD10C-8B0D-124E-B35F-115E2CE2693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BC642-EC5E-11E8-8AF8-835A218002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C39CF-E666-069C-530E-4BE79ED101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AD1763-9B64-E14E-B2BF-D7F8A57DF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2633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97479-C2DA-A144-B9B2-A495C8BD581B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55BD6-4EE5-604C-9E98-DEFC9F69D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23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55BD6-4EE5-604C-9E98-DEFC9F69DDB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396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40C1DA6-FD03-AF6F-8871-7744B329F8B5}"/>
              </a:ext>
            </a:extLst>
          </p:cNvPr>
          <p:cNvSpPr/>
          <p:nvPr userDrawn="1"/>
        </p:nvSpPr>
        <p:spPr>
          <a:xfrm>
            <a:off x="0" y="1020961"/>
            <a:ext cx="9144000" cy="3101577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7358" y="1020961"/>
            <a:ext cx="7577962" cy="1920348"/>
          </a:xfrm>
        </p:spPr>
        <p:txBody>
          <a:bodyPr anchor="b">
            <a:normAutofit/>
          </a:bodyPr>
          <a:lstStyle>
            <a:lvl1pPr algn="l">
              <a:defRPr sz="4200">
                <a:solidFill>
                  <a:srgbClr val="00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7358" y="3010365"/>
            <a:ext cx="7577962" cy="1112173"/>
          </a:xfrm>
        </p:spPr>
        <p:txBody>
          <a:bodyPr lIns="137160"/>
          <a:lstStyle>
            <a:lvl1pPr marL="0" indent="0" algn="l">
              <a:buNone/>
              <a:defRPr sz="1800">
                <a:solidFill>
                  <a:srgbClr val="000000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26952AF-21E4-C631-5E3A-8FB74D5F51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361" y="1263802"/>
            <a:ext cx="1371600" cy="3048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2618ED-AFF1-2573-28A0-7F2852684284}"/>
              </a:ext>
            </a:extLst>
          </p:cNvPr>
          <p:cNvCxnSpPr>
            <a:cxnSpLocks/>
          </p:cNvCxnSpPr>
          <p:nvPr userDrawn="1"/>
        </p:nvCxnSpPr>
        <p:spPr>
          <a:xfrm>
            <a:off x="697358" y="3824578"/>
            <a:ext cx="4843543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517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_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282482-4FE2-DA01-E1F0-9184FC0CF2C3}"/>
              </a:ext>
            </a:extLst>
          </p:cNvPr>
          <p:cNvSpPr/>
          <p:nvPr userDrawn="1"/>
        </p:nvSpPr>
        <p:spPr>
          <a:xfrm>
            <a:off x="463254" y="0"/>
            <a:ext cx="8223546" cy="51435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6AF1DB-9B26-D975-091A-B41DCDB17570}"/>
              </a:ext>
            </a:extLst>
          </p:cNvPr>
          <p:cNvCxnSpPr>
            <a:cxnSpLocks/>
          </p:cNvCxnSpPr>
          <p:nvPr userDrawn="1"/>
        </p:nvCxnSpPr>
        <p:spPr>
          <a:xfrm>
            <a:off x="697358" y="4705350"/>
            <a:ext cx="7732078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59571"/>
            <a:ext cx="7805549" cy="1698153"/>
          </a:xfrm>
        </p:spPr>
        <p:txBody>
          <a:bodyPr anchor="b">
            <a:normAutofit/>
          </a:bodyPr>
          <a:lstStyle>
            <a:lvl1pPr algn="ctr"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2977965"/>
            <a:ext cx="7805549" cy="1125140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D40183B-8262-E8AB-DE7A-56B9DF284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361" y="683939"/>
            <a:ext cx="13716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88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_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282482-4FE2-DA01-E1F0-9184FC0CF2C3}"/>
              </a:ext>
            </a:extLst>
          </p:cNvPr>
          <p:cNvSpPr/>
          <p:nvPr userDrawn="1"/>
        </p:nvSpPr>
        <p:spPr>
          <a:xfrm>
            <a:off x="463254" y="0"/>
            <a:ext cx="8223546" cy="51435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6AF1DB-9B26-D975-091A-B41DCDB17570}"/>
              </a:ext>
            </a:extLst>
          </p:cNvPr>
          <p:cNvCxnSpPr>
            <a:cxnSpLocks/>
          </p:cNvCxnSpPr>
          <p:nvPr userDrawn="1"/>
        </p:nvCxnSpPr>
        <p:spPr>
          <a:xfrm>
            <a:off x="697358" y="4705350"/>
            <a:ext cx="7732078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8398" y="340394"/>
            <a:ext cx="5781038" cy="1176719"/>
          </a:xfrm>
        </p:spPr>
        <p:txBody>
          <a:bodyPr anchor="b">
            <a:normAutofit/>
          </a:bodyPr>
          <a:lstStyle>
            <a:lvl1pPr algn="l">
              <a:defRPr sz="3000"/>
            </a:lvl1pPr>
          </a:lstStyle>
          <a:p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D40183B-8262-E8AB-DE7A-56B9DF284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361" y="683939"/>
            <a:ext cx="1371600" cy="3048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05D421-10D5-3D03-0D04-71BAC43C7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1174" y="1698949"/>
            <a:ext cx="5768262" cy="2946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2054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Option 1_Ligh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D34930-4537-38BF-99E4-F720241B4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2F86B-2B10-6FBB-E789-FF69AD0A1E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DB8941-AE5A-9C15-76EA-5FB1F8C2D00E}"/>
              </a:ext>
            </a:extLst>
          </p:cNvPr>
          <p:cNvSpPr/>
          <p:nvPr userDrawn="1"/>
        </p:nvSpPr>
        <p:spPr>
          <a:xfrm>
            <a:off x="457198" y="0"/>
            <a:ext cx="8229598" cy="80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87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1_Light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9655F390-94BA-2C7D-646C-185765FCE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8229598" cy="85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BDFA5-D1A1-52DC-C9FA-BE05DC7A5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53AD99-92FE-C445-B537-1BEBC5F1B4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CCABAE-DD7F-ADF7-38D2-4E73D4AA260E}"/>
              </a:ext>
            </a:extLst>
          </p:cNvPr>
          <p:cNvSpPr/>
          <p:nvPr userDrawn="1"/>
        </p:nvSpPr>
        <p:spPr>
          <a:xfrm>
            <a:off x="457198" y="0"/>
            <a:ext cx="8229598" cy="80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347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1_Light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1DD353-0F53-1D1F-99B2-D86DEBAF59CE}"/>
              </a:ext>
            </a:extLst>
          </p:cNvPr>
          <p:cNvSpPr txBox="1"/>
          <p:nvPr userDrawn="1"/>
        </p:nvSpPr>
        <p:spPr>
          <a:xfrm>
            <a:off x="7351534" y="50503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E788DC0-B188-B434-C40F-FA7115B0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E35E9F4-CBEA-838D-DD09-9C3FF621A9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B0E274A2-8EFE-C849-B590-9A8D86EA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8229598" cy="85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5863C55-E5F2-01F3-7930-CD6A22927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9282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292918-CE3C-6872-2738-C8EED8CA4E3D}"/>
              </a:ext>
            </a:extLst>
          </p:cNvPr>
          <p:cNvSpPr/>
          <p:nvPr userDrawn="1"/>
        </p:nvSpPr>
        <p:spPr>
          <a:xfrm>
            <a:off x="457198" y="0"/>
            <a:ext cx="8229598" cy="80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51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1_Light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1DD353-0F53-1D1F-99B2-D86DEBAF59CE}"/>
              </a:ext>
            </a:extLst>
          </p:cNvPr>
          <p:cNvSpPr txBox="1"/>
          <p:nvPr userDrawn="1"/>
        </p:nvSpPr>
        <p:spPr>
          <a:xfrm>
            <a:off x="7351534" y="50503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E788DC0-B188-B434-C40F-FA7115B0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E35E9F4-CBEA-838D-DD09-9C3FF621A9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B0E274A2-8EFE-C849-B590-9A8D86EA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8229598" cy="85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5863C55-E5F2-01F3-7930-CD6A22927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24420"/>
            <a:ext cx="402336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6495CDD-CD04-0D85-B8B5-E99CFFA853F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63438" y="1124420"/>
            <a:ext cx="402336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9AC230-A9A6-B221-BE3B-E849779F7AC5}"/>
              </a:ext>
            </a:extLst>
          </p:cNvPr>
          <p:cNvSpPr/>
          <p:nvPr userDrawn="1"/>
        </p:nvSpPr>
        <p:spPr>
          <a:xfrm>
            <a:off x="457198" y="0"/>
            <a:ext cx="8229598" cy="80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66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1_Light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1DD353-0F53-1D1F-99B2-D86DEBAF59CE}"/>
              </a:ext>
            </a:extLst>
          </p:cNvPr>
          <p:cNvSpPr txBox="1"/>
          <p:nvPr userDrawn="1"/>
        </p:nvSpPr>
        <p:spPr>
          <a:xfrm>
            <a:off x="7351534" y="50503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E788DC0-B188-B434-C40F-FA7115B0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E35E9F4-CBEA-838D-DD09-9C3FF621A9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B0E274A2-8EFE-C849-B590-9A8D86EA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8229598" cy="85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5863C55-E5F2-01F3-7930-CD6A22927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24420"/>
            <a:ext cx="265176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6E83F01-BBDF-00D7-D926-14AAAE8F8A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46118" y="1124420"/>
            <a:ext cx="265176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058067C-D712-D5FA-3C54-3753D10F89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35038" y="1124420"/>
            <a:ext cx="265176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87503C-52FD-FDE6-A943-5D4BE7A87560}"/>
              </a:ext>
            </a:extLst>
          </p:cNvPr>
          <p:cNvSpPr/>
          <p:nvPr userDrawn="1"/>
        </p:nvSpPr>
        <p:spPr>
          <a:xfrm>
            <a:off x="457198" y="0"/>
            <a:ext cx="8229598" cy="80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92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1_Light_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0" y="532742"/>
            <a:ext cx="4799409" cy="3957639"/>
          </a:xfrm>
          <a:pattFill prst="pct10">
            <a:fgClr>
              <a:schemeClr val="tx1"/>
            </a:fgClr>
            <a:bgClr>
              <a:schemeClr val="bg1"/>
            </a:bgClr>
          </a:pattFill>
          <a:effectLst>
            <a:outerShdw blurRad="127000" dir="11760000" algn="t" rotWithShape="0">
              <a:prstClr val="black">
                <a:alpha val="25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71566-4860-8841-5924-F1524626A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C10DE31-796D-406A-F033-B353426BD7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B7FFC0-8E70-D523-E8F4-858FF413B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3294993" cy="85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91E9948-E971-57C8-05FF-C815AE01E7A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57199" y="1124420"/>
            <a:ext cx="3294992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03E28B-838A-CA9D-0316-1C8F75A66F5F}"/>
              </a:ext>
            </a:extLst>
          </p:cNvPr>
          <p:cNvSpPr/>
          <p:nvPr userDrawn="1"/>
        </p:nvSpPr>
        <p:spPr>
          <a:xfrm>
            <a:off x="457198" y="0"/>
            <a:ext cx="8229598" cy="80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821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1_Light_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199" y="532742"/>
            <a:ext cx="4799409" cy="3957639"/>
          </a:xfrm>
          <a:pattFill prst="pct10">
            <a:fgClr>
              <a:schemeClr val="tx1"/>
            </a:fgClr>
            <a:bgClr>
              <a:schemeClr val="bg1"/>
            </a:bgClr>
          </a:pattFill>
          <a:effectLst>
            <a:outerShdw blurRad="127000" dir="11760000" algn="t" rotWithShape="0">
              <a:prstClr val="black">
                <a:alpha val="25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71566-4860-8841-5924-F1524626A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C10DE31-796D-406A-F033-B353426BD7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B7FFC0-8E70-D523-E8F4-858FF413B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1808" y="247650"/>
            <a:ext cx="3294993" cy="85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91E9948-E971-57C8-05FF-C815AE01E7A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391807" y="1124420"/>
            <a:ext cx="3294992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61B932-07C7-D5C2-ADED-76F9B385C698}"/>
              </a:ext>
            </a:extLst>
          </p:cNvPr>
          <p:cNvSpPr/>
          <p:nvPr userDrawn="1"/>
        </p:nvSpPr>
        <p:spPr>
          <a:xfrm>
            <a:off x="457198" y="0"/>
            <a:ext cx="8229598" cy="80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1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Option 2_Light_1 Colum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282482-4FE2-DA01-E1F0-9184FC0CF2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63254" y="0"/>
            <a:ext cx="8223546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8504" dir="11739915" algn="b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BA194F4-E1B9-E0CF-21B2-F3809EB0CCC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87711" y="4861046"/>
            <a:ext cx="685800" cy="152400"/>
          </a:xfrm>
          <a:prstGeom prst="rect">
            <a:avLst/>
          </a:prstGeom>
        </p:spPr>
      </p:pic>
      <p:sp>
        <p:nvSpPr>
          <p:cNvPr id="5" name="Slide Number Placeholder 14">
            <a:extLst>
              <a:ext uri="{FF2B5EF4-FFF2-40B4-BE49-F238E27FC236}">
                <a16:creationId xmlns:a16="http://schemas.microsoft.com/office/drawing/2014/main" id="{0CD47E11-37B9-6891-1036-E449AB5156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8281480" y="4799928"/>
            <a:ext cx="405319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570D1A-4E28-6CFF-47AB-E5335E1A614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8231032" y="4822946"/>
            <a:ext cx="0" cy="2286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5D304DAC-1940-6ADA-6047-6AED3EBCB1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3028950" y="4800086"/>
            <a:ext cx="30861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F56E9AE4-E20F-03F8-DC08-F795E39DC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47650"/>
            <a:ext cx="8034106" cy="85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3615E34-3199-E74F-A9CA-92C8DC5118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1253" y="1133564"/>
            <a:ext cx="8034104" cy="35972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15249EF-4BD1-969E-0927-43F22E51E1A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696" y="4912220"/>
            <a:ext cx="584200" cy="6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897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Option 2_Light_2 Colum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282482-4FE2-DA01-E1F0-9184FC0CF2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63254" y="0"/>
            <a:ext cx="8223546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8504" dir="11739915" algn="b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BA194F4-E1B9-E0CF-21B2-F3809EB0CCC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87711" y="4861046"/>
            <a:ext cx="685800" cy="152400"/>
          </a:xfrm>
          <a:prstGeom prst="rect">
            <a:avLst/>
          </a:prstGeom>
        </p:spPr>
      </p:pic>
      <p:sp>
        <p:nvSpPr>
          <p:cNvPr id="5" name="Slide Number Placeholder 14">
            <a:extLst>
              <a:ext uri="{FF2B5EF4-FFF2-40B4-BE49-F238E27FC236}">
                <a16:creationId xmlns:a16="http://schemas.microsoft.com/office/drawing/2014/main" id="{0CD47E11-37B9-6891-1036-E449AB5156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8281480" y="4799928"/>
            <a:ext cx="405319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570D1A-4E28-6CFF-47AB-E5335E1A614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8231032" y="4822946"/>
            <a:ext cx="0" cy="2286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5D304DAC-1940-6ADA-6047-6AED3EBCB1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3028950" y="4800086"/>
            <a:ext cx="30861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F56E9AE4-E20F-03F8-DC08-F795E39DC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47650"/>
            <a:ext cx="8034106" cy="85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4E56D86-DBD0-7391-8356-BE4BE86BF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119282"/>
            <a:ext cx="393192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55F4ADE-AD79-BEBA-E107-1D3AC18D0E3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50827" y="1119282"/>
            <a:ext cx="393192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6738C5A-38DD-E7B7-A84E-094FCD35596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696" y="4912220"/>
            <a:ext cx="584200" cy="6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09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2_Light_1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815" y="271903"/>
            <a:ext cx="5439981" cy="786107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750898" y="28703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18874-173D-A507-C5E4-3B542EB9F441}"/>
              </a:ext>
            </a:extLst>
          </p:cNvPr>
          <p:cNvSpPr/>
          <p:nvPr userDrawn="1"/>
        </p:nvSpPr>
        <p:spPr>
          <a:xfrm>
            <a:off x="4" y="0"/>
            <a:ext cx="3017520" cy="51435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2C890C-0C31-D9BC-75BC-FA7BD40A5B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46816" y="1106487"/>
            <a:ext cx="5439981" cy="293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861793-8F77-A231-5050-9EE0C6B0FDA3}"/>
              </a:ext>
            </a:extLst>
          </p:cNvPr>
          <p:cNvSpPr/>
          <p:nvPr userDrawn="1"/>
        </p:nvSpPr>
        <p:spPr>
          <a:xfrm>
            <a:off x="457198" y="0"/>
            <a:ext cx="8229598" cy="80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A766727-DBCB-28D6-F407-57E45E2A9BE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59C1242-AABA-6C7B-E908-A90B7F7E0C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8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ED11A-5B83-7358-5F97-A20C65B6A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381" y="533384"/>
            <a:ext cx="2619447" cy="4051228"/>
          </a:xfrm>
          <a:prstGeom prst="rect">
            <a:avLst/>
          </a:prstGeom>
          <a:solidFill>
            <a:schemeClr val="bg1">
              <a:alpha val="70000"/>
            </a:schemeClr>
          </a:solidFill>
          <a:effectLst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449196-2CEE-1000-8F90-4C24E70796C7}"/>
              </a:ext>
            </a:extLst>
          </p:cNvPr>
          <p:cNvPicPr/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696" y="4912220"/>
            <a:ext cx="584200" cy="6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962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2_Light_1/3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285" y="271903"/>
            <a:ext cx="5439981" cy="786107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750898" y="28703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18874-173D-A507-C5E4-3B542EB9F441}"/>
              </a:ext>
            </a:extLst>
          </p:cNvPr>
          <p:cNvSpPr/>
          <p:nvPr userDrawn="1"/>
        </p:nvSpPr>
        <p:spPr>
          <a:xfrm>
            <a:off x="6118074" y="0"/>
            <a:ext cx="3017520" cy="51435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2C890C-0C31-D9BC-75BC-FA7BD40A5B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286" y="1106487"/>
            <a:ext cx="5439981" cy="29305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861793-8F77-A231-5050-9EE0C6B0FDA3}"/>
              </a:ext>
            </a:extLst>
          </p:cNvPr>
          <p:cNvSpPr/>
          <p:nvPr userDrawn="1"/>
        </p:nvSpPr>
        <p:spPr>
          <a:xfrm>
            <a:off x="457198" y="0"/>
            <a:ext cx="8229598" cy="80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1FB89E5-8CAE-381A-A8A9-68C3B7B5D2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100056C-6F08-3D1F-C5DB-A9343CA664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87711" y="4861046"/>
            <a:ext cx="685800" cy="152400"/>
          </a:xfrm>
          <a:prstGeom prst="rect">
            <a:avLst/>
          </a:prstGeom>
        </p:spPr>
      </p:pic>
      <p:sp>
        <p:nvSpPr>
          <p:cNvPr id="6" name="Slide Number Placeholder 14">
            <a:extLst>
              <a:ext uri="{FF2B5EF4-FFF2-40B4-BE49-F238E27FC236}">
                <a16:creationId xmlns:a16="http://schemas.microsoft.com/office/drawing/2014/main" id="{BD5688E4-925A-BD82-E12B-A7DBC36273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8281480" y="4799928"/>
            <a:ext cx="405319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D1D82DB-0D7E-A30C-0858-160C5C9AA59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8231032" y="4822946"/>
            <a:ext cx="0" cy="2286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715DD95-16C3-3073-B9FC-87EA09B48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110" y="533384"/>
            <a:ext cx="2619447" cy="4051228"/>
          </a:xfrm>
          <a:prstGeom prst="rect">
            <a:avLst/>
          </a:prstGeom>
          <a:solidFill>
            <a:schemeClr val="bg1">
              <a:alpha val="70000"/>
            </a:schemeClr>
          </a:solidFill>
          <a:effectLst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7583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3_Light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750898" y="28703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18874-173D-A507-C5E4-3B542EB9F441}"/>
              </a:ext>
            </a:extLst>
          </p:cNvPr>
          <p:cNvSpPr/>
          <p:nvPr userDrawn="1"/>
        </p:nvSpPr>
        <p:spPr>
          <a:xfrm>
            <a:off x="4" y="575286"/>
            <a:ext cx="457196" cy="39978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59D795B-9FD1-3B80-7251-D204369A42B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D8B5D7-8660-4225-1C55-B214E93F2E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41A91B6-5ABE-5E70-08A7-4BD3A0F54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47650"/>
            <a:ext cx="8229598" cy="85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7BEF807-BC51-41A1-A3C8-711061DCA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9" y="1124420"/>
            <a:ext cx="822959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4542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3_Light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750898" y="28703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18874-173D-A507-C5E4-3B542EB9F441}"/>
              </a:ext>
            </a:extLst>
          </p:cNvPr>
          <p:cNvSpPr/>
          <p:nvPr userDrawn="1"/>
        </p:nvSpPr>
        <p:spPr>
          <a:xfrm>
            <a:off x="4" y="575286"/>
            <a:ext cx="457196" cy="39978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48F142C-DF68-DF09-B8C3-BE4C4946994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CC55CD1-0855-137C-BDD2-D56E526A5D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8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02DDC86-FF2A-D526-02D4-B0ECA4086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47650"/>
            <a:ext cx="8229598" cy="85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14074D4-2A37-7A14-E7C8-E5BAD19CD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124420"/>
            <a:ext cx="402336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CE66130-BA57-9E3A-A183-6FD4467C15E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54879" y="1124420"/>
            <a:ext cx="402336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91762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3_Light_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750898" y="28703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18874-173D-A507-C5E4-3B542EB9F441}"/>
              </a:ext>
            </a:extLst>
          </p:cNvPr>
          <p:cNvSpPr/>
          <p:nvPr userDrawn="1"/>
        </p:nvSpPr>
        <p:spPr>
          <a:xfrm>
            <a:off x="4" y="575286"/>
            <a:ext cx="457196" cy="39978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CED1876-7C59-398A-7C6A-75B6F459121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83263" y="677160"/>
            <a:ext cx="3360737" cy="3895986"/>
          </a:xfrm>
          <a:pattFill prst="pct10">
            <a:fgClr>
              <a:schemeClr val="tx1"/>
            </a:fgClr>
            <a:bgClr>
              <a:schemeClr val="bg1"/>
            </a:bgClr>
          </a:pattFill>
          <a:effectLst>
            <a:outerShdw blurRad="127000" dir="11760000" algn="t" rotWithShape="0">
              <a:prstClr val="black">
                <a:alpha val="25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1B8AE28-A247-108F-C37D-7F5474F9A32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004A92-1528-6E26-2E7E-2108449B46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4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F865A0D-011F-6A4C-002F-C6A0DBFF7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47650"/>
            <a:ext cx="5076495" cy="85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506298A-3249-4C0D-CA45-E757DD54F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9" y="1124420"/>
            <a:ext cx="507649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31863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3_Light_1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815" y="271903"/>
            <a:ext cx="5439981" cy="786107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750898" y="28703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18874-173D-A507-C5E4-3B542EB9F4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" y="0"/>
            <a:ext cx="3017520" cy="51435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2C890C-0C31-D9BC-75BC-FA7BD40A5B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46816" y="1106487"/>
            <a:ext cx="5439981" cy="293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A766727-DBCB-28D6-F407-57E45E2A9BE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59C1242-AABA-6C7B-E908-A90B7F7E0C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8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ED11A-5B83-7358-5F97-A20C65B6A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381" y="533384"/>
            <a:ext cx="2619447" cy="4051228"/>
          </a:xfrm>
          <a:prstGeom prst="rect">
            <a:avLst/>
          </a:prstGeom>
          <a:solidFill>
            <a:schemeClr val="bg1">
              <a:alpha val="70000"/>
            </a:schemeClr>
          </a:solidFill>
          <a:effectLst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44F40F-0D76-D51A-A79F-9E9C2C49DC98}"/>
              </a:ext>
            </a:extLst>
          </p:cNvPr>
          <p:cNvSpPr/>
          <p:nvPr userDrawn="1"/>
        </p:nvSpPr>
        <p:spPr>
          <a:xfrm rot="5400000">
            <a:off x="1394464" y="-971967"/>
            <a:ext cx="228600" cy="21725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57573D0-BF31-E302-9D7D-2226D983B20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696" y="4912220"/>
            <a:ext cx="584200" cy="6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764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3_Light_1/3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285" y="271903"/>
            <a:ext cx="5439981" cy="786107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750898" y="28703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18874-173D-A507-C5E4-3B542EB9F4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118074" y="0"/>
            <a:ext cx="3017520" cy="51435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2C890C-0C31-D9BC-75BC-FA7BD40A5B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286" y="1106487"/>
            <a:ext cx="5439981" cy="29305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1FB89E5-8CAE-381A-A8A9-68C3B7B5D2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100056C-6F08-3D1F-C5DB-A9343CA664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87711" y="4861046"/>
            <a:ext cx="685800" cy="152400"/>
          </a:xfrm>
          <a:prstGeom prst="rect">
            <a:avLst/>
          </a:prstGeom>
        </p:spPr>
      </p:pic>
      <p:sp>
        <p:nvSpPr>
          <p:cNvPr id="6" name="Slide Number Placeholder 14">
            <a:extLst>
              <a:ext uri="{FF2B5EF4-FFF2-40B4-BE49-F238E27FC236}">
                <a16:creationId xmlns:a16="http://schemas.microsoft.com/office/drawing/2014/main" id="{BD5688E4-925A-BD82-E12B-A7DBC36273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8281480" y="4799928"/>
            <a:ext cx="405319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D1D82DB-0D7E-A30C-0858-160C5C9AA59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8231032" y="4822946"/>
            <a:ext cx="0" cy="2286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715DD95-16C3-3073-B9FC-87EA09B48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110" y="533384"/>
            <a:ext cx="2619447" cy="4051228"/>
          </a:xfrm>
          <a:prstGeom prst="rect">
            <a:avLst/>
          </a:prstGeom>
          <a:solidFill>
            <a:schemeClr val="bg1">
              <a:alpha val="70000"/>
            </a:schemeClr>
          </a:solidFill>
          <a:effectLst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593607-5257-2CD8-1E86-662A1D8BC8D3}"/>
              </a:ext>
            </a:extLst>
          </p:cNvPr>
          <p:cNvSpPr/>
          <p:nvPr userDrawn="1"/>
        </p:nvSpPr>
        <p:spPr>
          <a:xfrm rot="5400000">
            <a:off x="7601367" y="-971967"/>
            <a:ext cx="228600" cy="21725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850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750898" y="28703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2E390B-3960-0627-78E8-E79AA6AC6A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542599" y="2128717"/>
            <a:ext cx="2058801" cy="88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982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47650"/>
            <a:ext cx="8229598" cy="10203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69218"/>
            <a:ext cx="8229600" cy="3336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885BCA7-B8BB-6CBB-60B1-DCE35A042F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387711" y="4861046"/>
            <a:ext cx="685800" cy="152400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7D14C817-0C48-5024-A00C-2DFEC70DA1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3028950" y="4800086"/>
            <a:ext cx="30861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19ED00-A77D-43E9-EA5E-6BAADE1C59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8281480" y="4799928"/>
            <a:ext cx="405319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32CFB4D-6E7A-B369-6B56-9C48E434A92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8231032" y="4822946"/>
            <a:ext cx="0" cy="2286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AA1F7F2E-B699-9524-40CC-7EEC806B418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63696" y="4912220"/>
            <a:ext cx="584200" cy="6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563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51" r:id="rId2"/>
    <p:sldLayoutId id="2147483804" r:id="rId3"/>
    <p:sldLayoutId id="2147483808" r:id="rId4"/>
    <p:sldLayoutId id="2147483852" r:id="rId5"/>
    <p:sldLayoutId id="2147483803" r:id="rId6"/>
    <p:sldLayoutId id="2147483860" r:id="rId7"/>
    <p:sldLayoutId id="2147483861" r:id="rId8"/>
    <p:sldLayoutId id="2147483810" r:id="rId9"/>
    <p:sldLayoutId id="2147483862" r:id="rId10"/>
    <p:sldLayoutId id="2147483823" r:id="rId11"/>
    <p:sldLayoutId id="2147483863" r:id="rId12"/>
    <p:sldLayoutId id="2147483853" r:id="rId13"/>
    <p:sldLayoutId id="2147483855" r:id="rId14"/>
    <p:sldLayoutId id="2147483831" r:id="rId15"/>
    <p:sldLayoutId id="2147483839" r:id="rId16"/>
    <p:sldLayoutId id="2147483838" r:id="rId17"/>
    <p:sldLayoutId id="2147483864" r:id="rId18"/>
    <p:sldLayoutId id="2147483865" r:id="rId19"/>
    <p:sldLayoutId id="2147483866" r:id="rId20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685800" rtl="0" eaLnBrk="1" latinLnBrk="0" hangingPunct="1">
        <a:lnSpc>
          <a:spcPct val="100000"/>
        </a:lnSpc>
        <a:spcBef>
          <a:spcPts val="700"/>
        </a:spcBef>
        <a:buClr>
          <a:schemeClr val="tx1"/>
        </a:buClr>
        <a:buSzPct val="11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685800" rtl="0" eaLnBrk="1" latinLnBrk="0" hangingPunct="1">
        <a:lnSpc>
          <a:spcPct val="100000"/>
        </a:lnSpc>
        <a:spcBef>
          <a:spcPts val="700"/>
        </a:spcBef>
        <a:buClr>
          <a:schemeClr val="tx1"/>
        </a:buClr>
        <a:buSzPct val="11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685800" rtl="0" eaLnBrk="1" latinLnBrk="0" hangingPunct="1">
        <a:lnSpc>
          <a:spcPct val="100000"/>
        </a:lnSpc>
        <a:spcBef>
          <a:spcPts val="700"/>
        </a:spcBef>
        <a:buClr>
          <a:schemeClr val="tx1"/>
        </a:buClr>
        <a:buSzPct val="11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685800" rtl="0" eaLnBrk="1" latinLnBrk="0" hangingPunct="1">
        <a:lnSpc>
          <a:spcPct val="100000"/>
        </a:lnSpc>
        <a:spcBef>
          <a:spcPts val="700"/>
        </a:spcBef>
        <a:buClr>
          <a:schemeClr val="tx1"/>
        </a:buClr>
        <a:buSzPct val="11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685800" rtl="0" eaLnBrk="1" latinLnBrk="0" hangingPunct="1">
        <a:lnSpc>
          <a:spcPct val="100000"/>
        </a:lnSpc>
        <a:spcBef>
          <a:spcPts val="700"/>
        </a:spcBef>
        <a:buClr>
          <a:schemeClr val="tx1"/>
        </a:buClr>
        <a:buSzPct val="11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6" userDrawn="1">
          <p15:clr>
            <a:srgbClr val="F26B43"/>
          </p15:clr>
        </p15:guide>
        <p15:guide id="2" orient="horz" pos="3084" userDrawn="1">
          <p15:clr>
            <a:srgbClr val="F26B43"/>
          </p15:clr>
        </p15:guide>
        <p15:guide id="3" orient="horz" pos="276" userDrawn="1">
          <p15:clr>
            <a:srgbClr val="F26B43"/>
          </p15:clr>
        </p15:guide>
        <p15:guide id="4" orient="horz" pos="2964" userDrawn="1">
          <p15:clr>
            <a:srgbClr val="F26B43"/>
          </p15:clr>
        </p15:guide>
        <p15:guide id="5" pos="144" userDrawn="1">
          <p15:clr>
            <a:srgbClr val="F26B43"/>
          </p15:clr>
        </p15:guide>
        <p15:guide id="6" pos="5616" userDrawn="1">
          <p15:clr>
            <a:srgbClr val="F26B43"/>
          </p15:clr>
        </p15:guide>
        <p15:guide id="7" pos="288" userDrawn="1">
          <p15:clr>
            <a:srgbClr val="F26B43"/>
          </p15:clr>
        </p15:guide>
        <p15:guide id="8" pos="5472" userDrawn="1">
          <p15:clr>
            <a:srgbClr val="F26B43"/>
          </p15:clr>
        </p15:guide>
        <p15:guide id="9" orient="horz" pos="1620" userDrawn="1">
          <p15:clr>
            <a:srgbClr val="F26B43"/>
          </p15:clr>
        </p15:guide>
        <p15:guide id="10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9C097-0151-58E0-EE1F-41852AC9C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358" y="1020961"/>
            <a:ext cx="7577962" cy="19203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0211BA-8FF9-1790-1A46-E9B082E6A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358" y="3010365"/>
            <a:ext cx="7577962" cy="11121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287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34AD27A-40B2-3D7C-2591-8B6B7C3DA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D4D46-B966-CEF0-52F8-02E238FF0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68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4311A3-3ACB-F7E0-CC96-318A4719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800086"/>
            <a:ext cx="3086100" cy="27432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A791BD-29EA-0DF1-BA3A-A38985CA8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81480" y="4799928"/>
            <a:ext cx="405319" cy="274637"/>
          </a:xfrm>
        </p:spPr>
        <p:txBody>
          <a:bodyPr/>
          <a:lstStyle/>
          <a:p>
            <a:fld id="{D9D5E729-D5F1-4242-860F-6433D8EC1C4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9111054-D54D-05C5-F584-B05D675DE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14C5EFD-B69F-3857-6C0C-96BD697D1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D4E0E9D-6B45-88EA-802D-46AFDA2B687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30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844117-FDCA-3694-7FAC-DA97B44F2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81480" y="4799928"/>
            <a:ext cx="405319" cy="274637"/>
          </a:xfrm>
        </p:spPr>
        <p:txBody>
          <a:bodyPr/>
          <a:lstStyle/>
          <a:p>
            <a:fld id="{D9D5E729-D5F1-4242-860F-6433D8EC1C4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C7B63-EDE3-8629-58A4-7F8C8CEDA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800086"/>
            <a:ext cx="3086100" cy="27432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1644460-0A47-D52D-C1AA-F7C484EF1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D0C9C2E-FDED-AD73-9FD4-ED2E4012F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4E06618-369D-9C5A-0E36-4AC67688934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06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8CD976F6-BA61-6B1C-880F-51706D09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AC4B7E1-BA1C-6494-4F02-8FE1646339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6AA04-2321-04EB-6748-9B8FB45B176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028950" y="4800086"/>
            <a:ext cx="3086100" cy="27432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7DA7D-C11E-017B-3C6A-7F8AB9900EB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281480" y="4799928"/>
            <a:ext cx="405319" cy="274637"/>
          </a:xfrm>
        </p:spPr>
        <p:txBody>
          <a:bodyPr/>
          <a:lstStyle/>
          <a:p>
            <a:fld id="{D9D5E729-D5F1-4242-860F-6433D8EC1C4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11394689-6187-B887-2497-519F4D98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261D8C-41C5-26D0-E315-79FA5E6C057D}"/>
              </a:ext>
            </a:extLst>
          </p:cNvPr>
          <p:cNvSpPr txBox="1"/>
          <p:nvPr/>
        </p:nvSpPr>
        <p:spPr>
          <a:xfrm>
            <a:off x="-427383" y="-914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432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976264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">
  <a:themeElements>
    <a:clrScheme name="Crown 2024 Core UI Colors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FD9827"/>
      </a:accent1>
      <a:accent2>
        <a:srgbClr val="F27E22"/>
      </a:accent2>
      <a:accent3>
        <a:srgbClr val="E0571D"/>
      </a:accent3>
      <a:accent4>
        <a:srgbClr val="515151"/>
      </a:accent4>
      <a:accent5>
        <a:srgbClr val="888888"/>
      </a:accent5>
      <a:accent6>
        <a:srgbClr val="C2C2C2"/>
      </a:accent6>
      <a:hlink>
        <a:srgbClr val="0068D6"/>
      </a:hlink>
      <a:folHlink>
        <a:srgbClr val="263C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E811EDB0BBC44F800E68F286760C30" ma:contentTypeVersion="15" ma:contentTypeDescription="Create a new document." ma:contentTypeScope="" ma:versionID="95c6db1f3055b957e2339094ce96dbc0">
  <xsd:schema xmlns:xsd="http://www.w3.org/2001/XMLSchema" xmlns:xs="http://www.w3.org/2001/XMLSchema" xmlns:p="http://schemas.microsoft.com/office/2006/metadata/properties" xmlns:ns1="http://schemas.microsoft.com/sharepoint/v3" xmlns:ns2="1e40a57e-e289-4040-b039-378bea10df7d" targetNamespace="http://schemas.microsoft.com/office/2006/metadata/properties" ma:root="true" ma:fieldsID="78503426d8b00e9d52255cab8ea7185c" ns1:_="" ns2:_="">
    <xsd:import namespace="http://schemas.microsoft.com/sharepoint/v3"/>
    <xsd:import namespace="1e40a57e-e289-4040-b039-378bea10df7d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4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5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40a57e-e289-4040-b039-378bea10df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8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4801DD-7A9A-414C-89AD-CF688039401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9E5AA4B4-2F97-4A5B-B20B-914BC35C3C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F82767-207F-4CFB-BC5E-F6158203C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e40a57e-e289-4040-b039-378bea10df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6291</TotalTime>
  <Words>4</Words>
  <Application>Microsoft Office PowerPoint</Application>
  <PresentationFormat>On-screen Show (16:9)</PresentationFormat>
  <Paragraphs>4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Light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Frilling, Erin</dc:creator>
  <cp:lastModifiedBy>Frilling, Erin</cp:lastModifiedBy>
  <cp:revision>131</cp:revision>
  <cp:lastPrinted>2025-01-09T13:28:45Z</cp:lastPrinted>
  <dcterms:created xsi:type="dcterms:W3CDTF">2024-04-02T20:45:31Z</dcterms:created>
  <dcterms:modified xsi:type="dcterms:W3CDTF">2025-10-02T20:35:34Z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0x010100B2E811EDB0BBC44F800E68F286760C30</vt:lpwstr>
  </property>
</Properties>
</file>